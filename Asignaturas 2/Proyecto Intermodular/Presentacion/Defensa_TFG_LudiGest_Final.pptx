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3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0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1716434"/>
            <a:ext cx="34861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76625" y="4541490"/>
            <a:ext cx="5238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Alumno: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Muñoz de la Sierra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Profesor: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Rioja Chocron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Desarrollo de Aplicaciones Multiplataforma | 11 de Mayo de 2026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1050" y="1830734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200763" y="2259359"/>
            <a:ext cx="3790473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LudiGest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6587" y="3669059"/>
            <a:ext cx="58388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 Intermodular de Gestión de Ludotecas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106025" y="6400800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Introducción y Contexto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9675" y="33718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334125" y="3895725"/>
            <a:ext cx="5276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[Opcional: Inserta aquí una captura de tu diagrama de Arquitectura MVC]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2054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8998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159424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El Problema y la Solución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2147292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 la hoja de cálculo al ecosistema vivo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2423517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asociaciones de juegos de mesa sufren un caos logístico al gestionar cientos de cajas físicas, préstamos manuales y metadatos incompletos.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62025" y="3577679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Centralización: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Integración directa con BoardGameGeek (BGG).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4347120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Separación entre el "Juego de Referencia" y la "Caja Física".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5116562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Reactividad: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Búsqueda y filtrado Zero-Lag para socios.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9419"/>
            <a:ext cx="3517850" cy="3415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499419"/>
            <a:ext cx="3517850" cy="3415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499419"/>
            <a:ext cx="3517850" cy="3415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39350" y="6400800"/>
            <a:ext cx="1571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Tecnológica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861369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2275" y="2861369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8250" y="286136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Stack Tecnológico (La Sala de Máquinas)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1828948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construido sobre el ecosistema Java más moderno (LTS) garantizando máxima escalabilidad.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76300" y="3432869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632275" y="3432869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8250" y="3432869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Persistencia &amp; QA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257300" y="3890069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Java 21 LTS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57300" y="4370040"/>
            <a:ext cx="25463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Spring Boot 4.x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(Jakarta EE 11)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257300" y="5139481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Lombok &amp; Jakarta Validation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013275" y="3890069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JavaFX 21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(Módulos nativos)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013275" y="4370040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Inyección Global de CSS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013275" y="4850010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Patrón Master-Detail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769250" y="3890069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MySQL 8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+ Hibernate ORM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769250" y="4370040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JUnit 5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(Transaccional)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769250" y="4850010"/>
            <a:ext cx="25463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Git / Maven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886950" y="6400800"/>
            <a:ext cx="1724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Spring Boot 4.x &amp; MySQL 8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8237" y="33718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334125" y="3895725"/>
            <a:ext cx="5276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UNA CAPTURA DEL CÓDIGO DEL SERVICE DE LA BGG O POSTMAN]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138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832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15272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Ingeniería de Backend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581025" y="1864369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Arquitectura N-Tier Estricta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2140594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"Los Controllers actúan como barrera REST, los Services encapsulan el cerebro y el consumo de APIs externas, y los Repositories abstraen la persistencia hacia MySQL."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81025" y="3294757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El Reto: Motor de Sincronización BGG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025" y="3570982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Parseo XML Complejo: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Uso de DocumentBuilder para extraer metadatos anidados.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2025" y="4340423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Truncation Fix: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Escalado dinámico de tipos de datos en MySQL.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62025" y="510986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Tests Transaccionales: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Pruebas de integración con @Rollback automático para no ensuciar la BD productiva.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562350"/>
            <a:ext cx="527685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058400" y="6400800"/>
            <a:ext cx="1552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JavaFX 21 &amp; CSS Styling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4425" y="33718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6334125" y="3895725"/>
            <a:ext cx="5276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[CAPTURA 3: PANEL DE GESTIÓN DE SOCIOS]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(Muestra el SplitPane y la Tabla estilizada en modo oscuro)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81050" y="3714750"/>
            <a:ext cx="357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scene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209675" y="3714750"/>
            <a:ext cx="100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getStylesheets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2424112" y="3714750"/>
            <a:ext cx="214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23925" y="389572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getClass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709737" y="3895725"/>
            <a:ext cx="785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getResource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2566987" y="3895725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"/css/style.css"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3852862" y="3895725"/>
            <a:ext cx="1000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toExternalForm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Ingeniería de Frontend (UI/UX)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581025" y="2274837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Tema "Océano y Coral" Global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81025" y="2551062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 evitar código "spaghetti" con estilos en línea, implementamos una arquitectura de inyección de CSS global interceptando el ciclo de vida de la escena: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81025" y="4600575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Esto nos permite sobrescribir los nodos nativos rígidos de JavaFX y ofrecer una interfaz </a:t>
            </a:r>
            <a:r>
              <a:rPr b="0" i="1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Eye-Friendly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completamente unificada en toda la aplicación.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4746"/>
            <a:ext cx="5395912" cy="3234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254746"/>
            <a:ext cx="5395912" cy="3234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829800" y="6400800"/>
            <a:ext cx="1781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Multithreading &amp; Reactive UI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876300" y="4336553"/>
            <a:ext cx="4805362" cy="85725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019175" y="4479428"/>
            <a:ext cx="4519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Reto superado: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Parseo dinámico del "Filtro de Jugadores Recomendados" interpretando rangos de la BGG en tiempo real.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876300" y="4336553"/>
            <a:ext cx="38100" cy="85725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26221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262622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Motores de Reactividad y Concurrencia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76300" y="2578596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Zero-Lag: Filtrado en Memoria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76300" y="3035796"/>
            <a:ext cx="4805362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Desacoplamos el filtrado de las consultas SQL. LudiGest implementa un motor en memoria RAM usando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FilteredList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SortedList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enlazadas reactivamente a la UI.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510337" y="2578596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Zero-Freeze UI: Hilos en JavaFX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510337" y="3035796"/>
            <a:ext cx="4805362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interfaz nunca bloquea el Application Thread. Las descargas de la BGG se orquestan mediante la clase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Task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 hilos de fondo.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510337" y="3999458"/>
            <a:ext cx="4805362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resultados se reinyectan en la interfaz gráfica de forma 100% segura mediante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Platform.runLater()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0325100" y="6400800"/>
            <a:ext cx="128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Patrón Master-Detail</a:t>
            </a:r>
            <a:endParaRPr/>
          </a:p>
        </p:txBody>
      </p:sp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9312" y="32527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81025" y="3776662"/>
            <a:ext cx="110299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[CAPTURA 1: EL CATÁLOGO PRINCIPAL]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(Inserta aquí la captura más bonita de tu catálogo. Que se vean las portadas, el tema oscuro y los badges de estado: verde/coral/mostaza)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Experiencia de Usuario: El Catálogo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410700" y="6400800"/>
            <a:ext cx="2200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Consumo REST API en Background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33718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81025" y="3895725"/>
            <a:ext cx="110299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[CAPTURA 2: EL IMPORTADOR MÁGICO]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(Inserta la captura justo después de buscar un juego, con el GridPane autocompletado y el botón de "Guardar" habilitado)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Automatización: El Importador BGG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0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848850" y="6400800"/>
            <a:ext cx="1762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Tiempo Estimado: 2 minutos</a:t>
            </a:r>
            <a:endParaRPr/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3677691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41576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4637633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1760458" y="1783258"/>
            <a:ext cx="867108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DEMOSTRACIÓN EN VIVO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591050" y="2983408"/>
            <a:ext cx="3009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Flujo de Ejecución LudiGest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829175" y="3634829"/>
            <a:ext cx="2914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Importar un juego desde BGG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829175" y="4114800"/>
            <a:ext cx="2914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Filtrado reactivo en el catálogo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4829175" y="4594770"/>
            <a:ext cx="2914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Registrar un nuevo ejemplar físico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Entrega Final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791825" y="6400800"/>
            <a:ext cx="819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/>
          </a:p>
        </p:txBody>
      </p:sp>
      <p:pic>
        <p:nvPicPr>
          <p:cNvPr descr="image.png" id="253" name="Google Shape;25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4338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2335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9279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28329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05273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771525" y="48577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Conclusiones y Trabajos Futuros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81025" y="485775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581025" y="272429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Cumplidos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334125" y="2964209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Roadmap de Mejoras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62025" y="3000523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Full-Stack totalmente funcional y escalable.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62025" y="348049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Solución real al problema de gestión de inventario y préstamos.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962025" y="4249935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Superación de retos avanzados: JSON recursivo, parseo XML e Hilos en JavaFX.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715125" y="324043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Móvil: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Aprovechar la API REST ya creada para desarrollar un cliente móvil para los socios.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715125" y="4009876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Auto-Préstamo: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Módulo de lectura de códigos de barras (Kiosko) para agilizar las salidas de juegos.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4867275" y="4236690"/>
            <a:ext cx="2457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 /alejandro-munoz-sierra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LudiGest</a:t>
            </a:r>
            <a:endParaRPr/>
          </a:p>
        </p:txBody>
      </p:sp>
      <p:pic>
        <p:nvPicPr>
          <p:cNvPr descr="image.png"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7275" y="4255740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3200638" y="2164109"/>
            <a:ext cx="579072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4500562" y="3269009"/>
            <a:ext cx="3190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Turno abierto de 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